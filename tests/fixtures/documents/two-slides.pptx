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
 Type="http://schemas.openxmlformats.org/officeDocument/2006/relationships/officeDocument"
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Placement</a:t>
            </a:r>
          </a:p>
        </p:txBody>
      </p:sp>
      <p:sp>
        <p:txBody>
          <a:p>
            <a:r>
              <a:t>Full Vulkan wins every hybrid comparison.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Depth</a:t>
            </a:r>
          </a:p>
        </p:txBody>
      </p:sp>
      <p:sp>
        <p:txBody>
          <a:p>
            <a:r>
              <a:t>The registry carries the measured ceiling.</a:t>
            </a:r>
          </a:p>
        </p:txBody>
      </p:sp>
    </p:spTree>
  </p:cSld>
</p:sld>
</file>